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50" d="100"/>
          <a:sy n="50" d="100"/>
        </p:scale>
        <p:origin x="1104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2788C-E405-11F4-08B9-F3B25DCC5E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77F18C-9855-FBBF-03EB-45A028AB1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842CA-7985-D153-8762-06FA3F468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6054B-5ECD-4CBB-84E0-B64E1139A1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43C43-ED59-D336-3B85-5C7C10EA2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3B431-8FFD-C546-1C1B-42C62C85D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C42F-7A38-4D28-B97E-8751A7C47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333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80FF9-A858-5E89-4573-0C73AB860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98F7A-04D2-336F-A572-2A1A4F16C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973C5-48C8-43DD-CA9C-746DEC34B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6054B-5ECD-4CBB-84E0-B64E1139A1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D8F76-0477-9DB9-F097-1238E8D16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5148D-E0B9-8ECC-EF3E-1C0E5F602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C42F-7A38-4D28-B97E-8751A7C47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8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5BFE8-071F-4359-D4ED-5A61C0C19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0ACA9-CD0A-FD4F-8544-99DF0F823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63CAF-8CAD-A21F-37BB-ED973903D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6054B-5ECD-4CBB-84E0-B64E1139A1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9F8AA-3EEB-2BAC-EE32-B905FF3B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A5CF4-CD87-2301-52E3-F9DA3C0C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C42F-7A38-4D28-B97E-8751A7C47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341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0468E-A405-3444-2048-2F289F0B0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13CB3-09AF-3CE8-8880-AF179C5EF7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370E2-AEA5-6D9A-4AB3-17BC2329E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F2AA0-6FE7-0C0F-EE8C-044974F7F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6054B-5ECD-4CBB-84E0-B64E1139A1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EAA1F-48A4-4F79-8FB3-68290B7D4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1CAF7-6B1E-3049-CF67-307B0D779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C42F-7A38-4D28-B97E-8751A7C47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815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F23DB-D4BA-B1D2-7F29-DF0082092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81DF1-B8F5-32EA-1772-C19B2A892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D42DE-84EB-4303-AAD8-6FCB64F56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BCDAF9-552F-B19F-35FA-A8DBE01F0A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733039-B6D9-535F-E260-29BBDCF171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C47993-D502-2F39-4620-1B6231E19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6054B-5ECD-4CBB-84E0-B64E1139A1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A540C4-DDDF-3771-B75B-84CF1FA8C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E0EE9F-3E0E-ADFE-D7C8-7D9119E9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C42F-7A38-4D28-B97E-8751A7C47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441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BD4AD-7FB6-9844-56FB-E0E4B981D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6B9B5A-2A3A-2296-27A8-07EDAD94C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6054B-5ECD-4CBB-84E0-B64E1139A1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181777-F140-288A-5717-5402070E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BEA0C8-3E29-98B7-2459-AC600F31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C42F-7A38-4D28-B97E-8751A7C47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974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B07C85-7028-E9F4-68A9-D577857FC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6054B-5ECD-4CBB-84E0-B64E1139A1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ADEA8C-3FC0-8F64-88BD-7AE7A066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972A5-5D8D-7169-6358-F6119810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C42F-7A38-4D28-B97E-8751A7C47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589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009F9-42F2-F12A-BD6D-BC76EF25A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7E174-CE86-D917-E4A4-CC72EA2BE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65F125-8528-F6B8-5C2F-FD7B46D61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EF073-C5A8-768B-0729-D54D391B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6054B-5ECD-4CBB-84E0-B64E1139A1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7D5B9-E320-96CE-9815-6A942B55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816C3-2DFC-633E-A459-6FDCD070D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C42F-7A38-4D28-B97E-8751A7C47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349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1C9EA-34E6-1F30-DE1A-5931F9BC1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8F6AA8-947B-1F97-AE63-CC95052114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EBCFBA-EAEE-5E99-DC39-D07BCF659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593C5-45FB-EA9F-E136-0A382E76A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6054B-5ECD-4CBB-84E0-B64E1139A1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F23AB-7245-A1DF-BB65-7CA7FD2A3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BB1E6-D0A2-DDF2-0C96-2C5D80E77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C42F-7A38-4D28-B97E-8751A7C47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710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C5503-2FC5-F3F5-80EE-36530F0D1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EF4DC6-083B-7328-E880-5D4C6D412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FB1DF-C896-1411-D1AD-E42A39EB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6054B-5ECD-4CBB-84E0-B64E1139A1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8695B-3849-C057-9D94-8FAE691D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76C02-44DE-7E85-3652-64A28D0A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C42F-7A38-4D28-B97E-8751A7C47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564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FBD511-D170-60AE-32C0-208C1DD277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4C4A9-DC1E-6DE8-8439-EE0B066E3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0967E-0FE8-5B0A-018C-9BBEC01AB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6054B-5ECD-4CBB-84E0-B64E1139A1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7A2E7-2728-EB89-3A2D-CD20B0587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87827-44D2-0372-2EAD-2B1C17E2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3C42F-7A38-4D28-B97E-8751A7C47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727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FC6D74-8F63-E3D6-9438-0A62C9696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FD44E-0F56-F60B-DE5A-236AD5FCE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0E6FD-1047-4478-8AA6-CB57A913B4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36054B-5ECD-4CBB-84E0-B64E1139A1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637A5-351E-C6B1-FC63-54CEE919A6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93450-ADC5-B8EF-CA90-5F91DC594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3C42F-7A38-4D28-B97E-8751A7C47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333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9D199-A4BE-32E0-DC90-DD5BFBCE1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457201"/>
            <a:ext cx="894588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8-12 - pr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A42198-957F-D788-6A78-A5D749DE1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48678"/>
            <a:ext cx="9144000" cy="340912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 descr="A diagram of a function&#10;&#10;AI-generated content may be incorrect.">
            <a:extLst>
              <a:ext uri="{FF2B5EF4-FFF2-40B4-BE49-F238E27FC236}">
                <a16:creationId xmlns:a16="http://schemas.microsoft.com/office/drawing/2014/main" id="{F5A82DE3-2430-D13F-704F-48F6DFFFB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1099600"/>
            <a:ext cx="10119360" cy="550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836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06968-4786-3AF6-454F-86C0AFCEC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28-32 - pr</a:t>
            </a:r>
            <a:endParaRPr lang="en-IN" dirty="0"/>
          </a:p>
        </p:txBody>
      </p:sp>
      <p:pic>
        <p:nvPicPr>
          <p:cNvPr id="9" name="Content Placeholder 8" descr="A diagram of a function&#10;&#10;AI-generated content may be incorrect.">
            <a:extLst>
              <a:ext uri="{FF2B5EF4-FFF2-40B4-BE49-F238E27FC236}">
                <a16:creationId xmlns:a16="http://schemas.microsoft.com/office/drawing/2014/main" id="{61665148-A0E1-EC8B-A139-F60154BA81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58818"/>
            <a:ext cx="9623048" cy="523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46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016FA-D466-63E4-3AD0-AD64B5111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48-52-pr</a:t>
            </a:r>
            <a:endParaRPr lang="en-IN" dirty="0"/>
          </a:p>
        </p:txBody>
      </p:sp>
      <p:pic>
        <p:nvPicPr>
          <p:cNvPr id="5" name="Content Placeholder 4" descr="A diagram of a function&#10;&#10;AI-generated content may be incorrect.">
            <a:extLst>
              <a:ext uri="{FF2B5EF4-FFF2-40B4-BE49-F238E27FC236}">
                <a16:creationId xmlns:a16="http://schemas.microsoft.com/office/drawing/2014/main" id="{DEDE603F-17F3-C3E4-18E9-20E6D72FBD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0205"/>
            <a:ext cx="9261729" cy="503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08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E8216-F51E-4EBE-52D5-3A6E74FCB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68-72-pr</a:t>
            </a:r>
            <a:endParaRPr lang="en-IN" dirty="0"/>
          </a:p>
        </p:txBody>
      </p:sp>
      <p:pic>
        <p:nvPicPr>
          <p:cNvPr id="5" name="Content Placeholder 4" descr="A diagram of a function&#10;&#10;AI-generated content may be incorrect.">
            <a:extLst>
              <a:ext uri="{FF2B5EF4-FFF2-40B4-BE49-F238E27FC236}">
                <a16:creationId xmlns:a16="http://schemas.microsoft.com/office/drawing/2014/main" id="{C8E89DBD-82B2-92AA-9E08-9FDB6D7D4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58819"/>
            <a:ext cx="9259788" cy="503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248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CE7D-3316-E92C-D568-707894D80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88-92-pr</a:t>
            </a:r>
            <a:endParaRPr lang="en-IN" dirty="0"/>
          </a:p>
        </p:txBody>
      </p:sp>
      <p:pic>
        <p:nvPicPr>
          <p:cNvPr id="5" name="Content Placeholder 4" descr="A diagram of a function&#10;&#10;AI-generated content may be incorrect.">
            <a:extLst>
              <a:ext uri="{FF2B5EF4-FFF2-40B4-BE49-F238E27FC236}">
                <a16:creationId xmlns:a16="http://schemas.microsoft.com/office/drawing/2014/main" id="{739D0424-6674-FC86-7689-E42D1868B3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718" y="1284022"/>
            <a:ext cx="9977442" cy="542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135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765A0-3739-C8AD-908D-BB13DEE42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8-12 - </a:t>
            </a:r>
            <a:r>
              <a:rPr lang="en-US" dirty="0" err="1"/>
              <a:t>ec</a:t>
            </a:r>
            <a:endParaRPr lang="en-IN" dirty="0"/>
          </a:p>
        </p:txBody>
      </p:sp>
      <p:pic>
        <p:nvPicPr>
          <p:cNvPr id="5" name="Content Placeholder 4" descr="A diagram of a function&#10;&#10;AI-generated content may be incorrect.">
            <a:extLst>
              <a:ext uri="{FF2B5EF4-FFF2-40B4-BE49-F238E27FC236}">
                <a16:creationId xmlns:a16="http://schemas.microsoft.com/office/drawing/2014/main" id="{4B2F2EA6-5469-0FE6-DA5B-35F957586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254" y="1401850"/>
            <a:ext cx="9808035" cy="524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451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06600-7366-0118-9B17-903D2024D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28-32 - </a:t>
            </a:r>
            <a:r>
              <a:rPr lang="en-US" dirty="0" err="1"/>
              <a:t>ec</a:t>
            </a:r>
            <a:endParaRPr lang="en-IN" dirty="0"/>
          </a:p>
        </p:txBody>
      </p:sp>
      <p:pic>
        <p:nvPicPr>
          <p:cNvPr id="5" name="Content Placeholder 4" descr="A diagram of a graph&#10;&#10;AI-generated content may be incorrect.">
            <a:extLst>
              <a:ext uri="{FF2B5EF4-FFF2-40B4-BE49-F238E27FC236}">
                <a16:creationId xmlns:a16="http://schemas.microsoft.com/office/drawing/2014/main" id="{7A8FEF3D-0C7E-2E57-160A-E0152966C0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56269"/>
            <a:ext cx="9256221" cy="503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6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F35F3-C80D-4499-6222-EFEB1EC94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48-52-ec</a:t>
            </a:r>
            <a:endParaRPr lang="en-IN" dirty="0"/>
          </a:p>
        </p:txBody>
      </p:sp>
      <p:pic>
        <p:nvPicPr>
          <p:cNvPr id="5" name="Content Placeholder 4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83000E67-23F3-424F-DC7A-47F6B4EC33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16751"/>
            <a:ext cx="9517241" cy="517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23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1892F-064E-AA2C-A98E-270F24B3F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68-72-ec</a:t>
            </a:r>
            <a:endParaRPr lang="en-IN" dirty="0"/>
          </a:p>
        </p:txBody>
      </p:sp>
      <p:pic>
        <p:nvPicPr>
          <p:cNvPr id="5" name="Content Placeholder 4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B932B5A2-2D9D-17C2-D22F-B72F11DDBF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5360" y="1319066"/>
            <a:ext cx="9572929" cy="517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67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C8C58-36B5-8DD3-01A6-BC4062056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88-92-ec</a:t>
            </a:r>
            <a:endParaRPr lang="en-IN" dirty="0"/>
          </a:p>
        </p:txBody>
      </p:sp>
      <p:pic>
        <p:nvPicPr>
          <p:cNvPr id="5" name="Content Placeholder 4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75756DF2-E774-1924-1359-4B735FDF02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434" y="1322704"/>
            <a:ext cx="9869407" cy="536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562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9577-259E-F874-2804-D864A580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8-12 - alpha</a:t>
            </a:r>
            <a:endParaRPr lang="en-IN" dirty="0"/>
          </a:p>
        </p:txBody>
      </p:sp>
      <p:pic>
        <p:nvPicPr>
          <p:cNvPr id="5" name="Content Placeholder 4" descr="A graph of a graph&#10;&#10;AI-generated content may be incorrect.">
            <a:extLst>
              <a:ext uri="{FF2B5EF4-FFF2-40B4-BE49-F238E27FC236}">
                <a16:creationId xmlns:a16="http://schemas.microsoft.com/office/drawing/2014/main" id="{CBBE6728-0BF0-CC14-BAB3-6FE0EFE8B9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53184"/>
            <a:ext cx="9506598" cy="513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318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22410-F791-A160-D339-EBBB795D6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28-32 – alpha</a:t>
            </a:r>
            <a:endParaRPr lang="en-IN" dirty="0"/>
          </a:p>
        </p:txBody>
      </p:sp>
      <p:pic>
        <p:nvPicPr>
          <p:cNvPr id="5" name="Content Placeholder 4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18041D7E-86F2-9733-EE3F-FB6E3B7CEE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4920" y="1414144"/>
            <a:ext cx="9398363" cy="507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589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D787-2926-59F1-AA4F-22FDDC189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48-52-alpha</a:t>
            </a:r>
            <a:endParaRPr lang="en-IN" dirty="0"/>
          </a:p>
        </p:txBody>
      </p:sp>
      <p:pic>
        <p:nvPicPr>
          <p:cNvPr id="5" name="Content Placeholder 4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6FEAD44F-0541-5558-3886-2CD3824C48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4886" y="1368424"/>
            <a:ext cx="9555914" cy="512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355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A76E3-B9BA-34E5-2EC7-7CD918E05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68-72-alpha</a:t>
            </a:r>
            <a:endParaRPr lang="en-IN" dirty="0"/>
          </a:p>
        </p:txBody>
      </p:sp>
      <p:pic>
        <p:nvPicPr>
          <p:cNvPr id="5" name="Content Placeholder 4" descr="A graph with numbers and a red line&#10;&#10;AI-generated content may be incorrect.">
            <a:extLst>
              <a:ext uri="{FF2B5EF4-FFF2-40B4-BE49-F238E27FC236}">
                <a16:creationId xmlns:a16="http://schemas.microsoft.com/office/drawing/2014/main" id="{BFE2919F-81C9-D597-5D25-D9D5690164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83971"/>
            <a:ext cx="9449653" cy="510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266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2D80F-9391-0503-1DA9-66A18FBD3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88-92-alpha</a:t>
            </a:r>
            <a:endParaRPr lang="en-IN" dirty="0"/>
          </a:p>
        </p:txBody>
      </p:sp>
      <p:pic>
        <p:nvPicPr>
          <p:cNvPr id="5" name="Content Placeholder 4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6EEEE69D-AA59-07B7-8219-540998DF37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77134"/>
            <a:ext cx="9285596" cy="501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545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B6F13-40DB-D04D-097A-86BF126FF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8-12 - beta</a:t>
            </a:r>
            <a:endParaRPr lang="en-IN" dirty="0"/>
          </a:p>
        </p:txBody>
      </p:sp>
      <p:pic>
        <p:nvPicPr>
          <p:cNvPr id="5" name="Content Placeholder 4" descr="A graph with a blue line&#10;&#10;AI-generated content may be incorrect.">
            <a:extLst>
              <a:ext uri="{FF2B5EF4-FFF2-40B4-BE49-F238E27FC236}">
                <a16:creationId xmlns:a16="http://schemas.microsoft.com/office/drawing/2014/main" id="{BF41248A-BC05-4758-0683-5E9D0E103D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59864"/>
            <a:ext cx="9492947" cy="517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60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DF0C0-8FE6-A061-82DC-96FF2D061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28-32 - beta</a:t>
            </a:r>
            <a:endParaRPr lang="en-IN" dirty="0"/>
          </a:p>
        </p:txBody>
      </p:sp>
      <p:pic>
        <p:nvPicPr>
          <p:cNvPr id="5" name="Content Placeholder 4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DED08440-7CCF-6FF7-A2AC-C5DAB159A6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59864"/>
            <a:ext cx="9538667" cy="519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99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123F1-6CAE-9D59-5003-E1BCCCA7D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48-52-beta</a:t>
            </a:r>
            <a:endParaRPr lang="en-IN" dirty="0"/>
          </a:p>
        </p:txBody>
      </p:sp>
      <p:pic>
        <p:nvPicPr>
          <p:cNvPr id="5" name="Content Placeholder 4" descr="A graph of a function&#10;&#10;AI-generated content may be incorrect.">
            <a:extLst>
              <a:ext uri="{FF2B5EF4-FFF2-40B4-BE49-F238E27FC236}">
                <a16:creationId xmlns:a16="http://schemas.microsoft.com/office/drawing/2014/main" id="{ECD4DCBB-BB4A-6B77-2729-733C4D58F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35928"/>
            <a:ext cx="9499565" cy="517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65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7AA5B-5C75-D071-B284-E8266ACD1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68-72-beta</a:t>
            </a:r>
            <a:endParaRPr lang="en-IN" dirty="0"/>
          </a:p>
        </p:txBody>
      </p:sp>
      <p:pic>
        <p:nvPicPr>
          <p:cNvPr id="5" name="Content Placeholder 4" descr="A diagram of a function&#10;&#10;AI-generated content may be incorrect.">
            <a:extLst>
              <a:ext uri="{FF2B5EF4-FFF2-40B4-BE49-F238E27FC236}">
                <a16:creationId xmlns:a16="http://schemas.microsoft.com/office/drawing/2014/main" id="{5FC0F22A-AF8E-7097-E8D6-BF1E711980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37945"/>
            <a:ext cx="9285884" cy="501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965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BE8E4-5E58-0A07-A1D0-372CBA76A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88-92-beta</a:t>
            </a:r>
            <a:endParaRPr lang="en-IN" dirty="0"/>
          </a:p>
        </p:txBody>
      </p:sp>
      <p:pic>
        <p:nvPicPr>
          <p:cNvPr id="5" name="Content Placeholder 4" descr="A graph of a function&#10;&#10;AI-generated content may be incorrect.">
            <a:extLst>
              <a:ext uri="{FF2B5EF4-FFF2-40B4-BE49-F238E27FC236}">
                <a16:creationId xmlns:a16="http://schemas.microsoft.com/office/drawing/2014/main" id="{7ACCE56D-49A9-ABF4-8F6F-DDD0EFCB77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359788"/>
            <a:ext cx="9416747" cy="513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388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36</Words>
  <Application>Microsoft Office PowerPoint</Application>
  <PresentationFormat>Widescreen</PresentationFormat>
  <Paragraphs>20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8-12 - pr</vt:lpstr>
      <vt:lpstr>28-32 - pr</vt:lpstr>
      <vt:lpstr>48-52-pr</vt:lpstr>
      <vt:lpstr>68-72-pr</vt:lpstr>
      <vt:lpstr>88-92-pr</vt:lpstr>
      <vt:lpstr>8-12 - ec</vt:lpstr>
      <vt:lpstr>28-32 - ec</vt:lpstr>
      <vt:lpstr>48-52-ec</vt:lpstr>
      <vt:lpstr>68-72-ec</vt:lpstr>
      <vt:lpstr>88-92-ec</vt:lpstr>
      <vt:lpstr>8-12 - alpha</vt:lpstr>
      <vt:lpstr>28-32 – alpha</vt:lpstr>
      <vt:lpstr>48-52-alpha</vt:lpstr>
      <vt:lpstr>68-72-alpha</vt:lpstr>
      <vt:lpstr>88-92-alpha</vt:lpstr>
      <vt:lpstr>8-12 - beta</vt:lpstr>
      <vt:lpstr>28-32 - beta</vt:lpstr>
      <vt:lpstr>48-52-beta</vt:lpstr>
      <vt:lpstr>68-72-beta</vt:lpstr>
      <vt:lpstr>88-92-beta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Ruksana saba</dc:creator>
  <cp:lastModifiedBy>Ruksana saba</cp:lastModifiedBy>
  <cp:revision>1</cp:revision>
  <dcterms:created xsi:type="dcterms:W3CDTF">2025-12-09T19:04:41Z</dcterms:created>
  <dcterms:modified xsi:type="dcterms:W3CDTF">2025-12-09T21:28:55Z</dcterms:modified>
</cp:coreProperties>
</file>